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15:39:40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RG_CONT_Hmens_14 - Affichage temps reel des heures mensuelles (champ lecture seule UI)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RG_CONT_Hmens_14 - Affichage temps reel des heures mensuelles (champ lecture seule UI)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dans le champ mensuel et tenter de saisir"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RG_CONT_Hmens_14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RG_CONT_Temps_15 - Radio Temps plein/partiel : selection UI et effets d'affichage conditio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RG_CONT_Temps_15 - Radio Temps plein/partiel : selection UI et effets d'affichage conditionnel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Temps partiel, observer l'UI"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RG_CONT_Temps_15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RG_CONT_TauxP_16 - Affichage temps reel du taux temps plein (%) (lecture seule UI)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RG_CONT_TauxP_16 - Affichage temps reel du taux temps plein (%) (lecture seule UI)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"Tenter saisie dans le champ taux"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RG_CONT_TauxP_16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RG_CONT_ModOrg_38_V2 - Liste deroulante mode d'organisation (Forfait jours masque, afficha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RG_CONT_ModOrg_38_V2 - Liste deroulante mode d'organisation (Forfait jours masque, affichage conditionnel)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"Revenir Hebdomadaire fixe"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RG_CONT_ModOrg_38_V2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RG_CONT_DerogTP_39 - Liste derogation &lt; 24h : apparition conditionnelle et message bloquan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RG_CONT_DerogTP_39 - Liste derogation &lt; 24h : apparition conditionnelle et message bloquant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RG_CONT_DerogTP_39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RG_CONT_Compl_40 - Affichage du plafond heures complementaires (lecture seule, conditionne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RG_CONT_Compl_40 - Affichage du plafond heures complementaires (lecture seule, conditionnel)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"Passer en temps plein"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RG_CONT_Compl_40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RG_CONT_Mutuelle_42 - Alerte seuil mutuelle : affichage/masquage dynamique du message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RG_CONT_Mutuelle_42 - Alerte seuil mutuelle : affichage/masquage dynamique du message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RG_CONT_Mutuelle_42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RG_CONT_TickResto_44 - Alerte seuil tickets restaurant : affichage dynamique selon seuil m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0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RG_CONT_TickResto_44 - Alerte seuil tickets restaurant : affichage dynamique selon seuil marque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RG_CONT_TickResto_44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Conformite maquette Figma et enchainement des affichages conditionnels (UI globale)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Conformite maquette Figma et enchainement des affichages conditionnels (UI globale)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"Enchainer temps plein -&gt; partiel -&gt; ATT -&gt; Hebdo fixe"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Accessibilite et etats des champs (focus, tab, aria, etats desactives)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Accessibilite et etats des champs (focus, tab, aria, etats desactives)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"Naviguer au clavier (Tab) sur l'ensemble des champs"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CA01+CA02: Affichage liste - avec habilitations (actives+inactives) vs sans habilitations 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CA01+CA02: Affichage liste - avec habilitations (actives+inactives) vs sans habilitations (actives seules)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Responsable Agence"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RG_OPT_LIST_02, RG_OPT_LIST_03, RG_OPT_LIST_04, RG_OPT_LIST_05, RG_OPT_LIST_06, RG_OPT_LIST_07,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CA04+CA05+CA06: Filtres Statut (Actif/Inactif) + Marche + Taxe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CA04+CA05+CA06: Filtres Statut (Actif/Inactif) + Marche + Taxe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"Combiner Statut=Actif + Marche=Professionnel + Taxe=Normal"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RG_OPT_LIST_06, RG_OPT_LIST_05, RG_OPT_LIST_01, 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CA08: Conservation des filtres lors de la navigation vers fiche puis retour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CA08: Conservation des filtres lors de la navigation vers fiche puis retour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"Appliquer filtres (Statut=Actif, Marche=Particulier)"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CA09: Acces a la consultation via fleche -&gt; drawer lecture seule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CA09: Acces a la consultation via fleche -&gt; drawer lecture seule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sur la fleche"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CA10: Adaptation reglementaire par pays - colonne/filtre Taxe selon pack reglementaire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CA10: Adaptation reglementaire par pays - colonne/filtre Taxe selon pack reglementaire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avec marque France"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Bouton Reinitialiser + pagination standards Orion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Bouton Reinitialiser + pagination standards Orion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"Appliquer plusieurs filtres + recherche"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RG_OPT_LIST_10,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CA13: Quantite facturable invalide (&lt; 1 ou &gt; 9999)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CA13: Quantite facturable invalide (&lt; 1 ou &gt; 9999)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"Corriger a 5"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CA14: Famille associee filtree (racines actives marque uniquement)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CA14: Famille associee filtree (racines actives marque uniquement)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champ Famille associee"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RG_OPT_CREATE_10, RG_OPT_CREATE_11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CA15+CA18: Annuler creation (rien enregistre) + erreur technique (modale conservee)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CA15+CA18: Annuler creation (rien enregistre) + erreur technique (modale conservee)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croix de fermeture"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CA17: Adaptation champ Taxe selon pack reglementaire du pays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10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CA17: Adaptation champ Taxe selon pack reglementaire du pays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marque France"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RG_OPT_CREATE_07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RG_BSN_QUAL_01 / CA-01 - Rendu dynamique du JSON en modale stepper (ouverture besoin 'A qu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RG_BSN_QUAL_01 / CA-01 - Rendu dynamique du JSON en modale stepper (ouverture besoin 'A qualifier')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"Depuis la liste des besoins, cliquer Modifier sur un besoin 'A qualifi"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RG_BSN_QUAL_04 / CA-02 - Navigation entre etapes (Precedent/Suivant/stepper) et indicateur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RG_BSN_QUAL_04 / CA-02 - Navigation entre etapes (Precedent/Suivant/stepper) et indicateur de completude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Precedent"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RG_BSN_QUAL_04, RG_GEN_PREC_01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RG_BSN_QUAL_02 / CA-03 - Champs conditionnels (affichage/masquage + reinitialisation)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RG_BSN_QUAL_02 / CA-03 - Champs conditionnels (affichage/masquage + reinitialisation)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"Changer le champ source pour une valeur non declenchante"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RG_BSN_QUAL_03/07 - Validation des champs et completude d'etape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RG_BSN_QUAL_03/07 - Validation des champs et completude d'etape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"Laisser un champ obligatoire vide"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RG_BSN_QUAL_03, RG_BSN_QUAL_07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2026-07-30T13:39:40Z</dcterms:created>
  <dcterms:modified xsi:type="dcterms:W3CDTF">2026-07-30T13:39:40Z</dcterms:modified>
</cp:coreProperties>
</file>