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le statut reel du run. En mode prepare, le statut doit rester NON EXECUTE.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sur les ecarts de couverture et prioriser la reference explicite des IDs CT dans les tests Playwright.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Execution Playwright locale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Resultats consolides depuis le reporter JSON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executes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Echecs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548 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Duree cumulee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3886200"/>
            <a:ext cx="5577840" cy="1051560"/>
          </a:xfrm>
          <a:prstGeom prst="roundRect">
            <a:avLst/>
          </a:prstGeom>
          <a:solidFill>
            <a:srgbClr val="2E9D69"/>
          </a:solidFill>
          <a:ln w="12700">
            <a:solidFill>
              <a:srgbClr val="2E9D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TE-LOCAL-INT2-SPRINT-11-12-13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CBCC3"/>
          </a:solidFill>
          <a:ln w="12700">
            <a:solidFill>
              <a:srgbClr val="3CBCC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40" kern="0" dirty="0">
                <a:solidFill>
                  <a:srgbClr val="246B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TRACABILITE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Couverture et ecarts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couverture exacte exige la reference du cas Excel dans le test Playwright.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D6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4612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29F3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seulement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0644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534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Manquante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366760" y="1965960"/>
            <a:ext cx="2514600" cy="1097280"/>
          </a:xfrm>
          <a:prstGeom prst="roundRect">
            <a:avLst>
              <a:gd name="adj" fmla="val 6667"/>
            </a:avLst>
          </a:prstGeom>
          <a:solidFill>
            <a:srgbClr val="EEF4F8"/>
          </a:solidFill>
          <a:ln w="12700">
            <a:solidFill>
              <a:srgbClr val="D8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49640" y="207568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6BC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0" y="2624328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575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Catalogue total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Echecs prioritaires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" y="4114800"/>
            <a:ext cx="1069848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Aucun echec Playwright structure disponible.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6492240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Couverture et analyse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Bilan execution Playwright Orion</dc:title>
  <dc:subject>PptxGenJS Presentation</dc:subject>
  <dc:creator>Orion Playwright Pipeline</dc:creator>
  <cp:lastModifiedBy>Orion Playwright Pipeline</cp:lastModifiedBy>
  <cp:revision>1</cp:revision>
  <dcterms:created xsi:type="dcterms:W3CDTF">2026-07-30T09:20:14Z</dcterms:created>
  <dcterms:modified xsi:type="dcterms:W3CDTF">2026-07-30T09:20:14Z</dcterms:modified>
</cp:coreProperties>
</file>