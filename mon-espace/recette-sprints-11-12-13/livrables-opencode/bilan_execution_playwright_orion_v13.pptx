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606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ORI-872 - orion-autonomous-catalog.spec.ts &gt; ORI-PIPELINE-AUTONOMOUS: Exécution dynamique de la matrice Excel &gt; ORI-872 - CT-HAB-F1-02 [R34]: SC3+SC4: Affichage bloc en-tete en Lecture seule (boutons absents)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ORI-872 - orion-autonomous-catalog.spec.ts &gt; ORI-PIPELINE-AUTONOMOUS: Exécution dynamique de la matrice Excel &gt; ORI-872 - CT-HAB-F1-03 [R35]: SC5: Clic bouton Modifier -&gt; ouverture modale modification profil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ORI-872 - orion-autonomous-catalog.spec.ts &gt; ORI-PIPELINE-AUTONOMOUS: Exécution dynamique de la matrice Excel &gt; ORI-872 - CT-HAB-F1-04 [R36]: SC6: Supprimer profil utilise (inclus dans autre ou affecte a un utilisateur) -&gt; Action impossible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ORI-872 - orion-autonomous-catalog.spec.ts &gt; ORI-PIPELINE-AUTONOMOUS: Exécution dynamique de la matrice Excel &gt; ORI-872 - CT-HAB-F1-05 [R37]: SC7: Supprimer profil non utilise - Annulation (pas de suppression)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ORI-872 - orion-autonomous-catalog.spec.ts &gt; ORI-PIPELINE-AUTONOMOUS: Exécution dynamique de la matrice Excel &gt; ORI-872 - CT-HAB-F1-06 [R38]: SC8: Supprimer profil non utilise - Suppression confirmee (Keycloak + snackbar)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2026-07-30T09:52:22Z</dcterms:created>
  <dcterms:modified xsi:type="dcterms:W3CDTF">2026-07-30T09:52:22Z</dcterms:modified>
</cp:coreProperties>
</file>