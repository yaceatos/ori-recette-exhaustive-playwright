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Playwright locale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Resultats consolides depuis le reporter JSON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939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129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executes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939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5328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939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5328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Echecs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939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 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5328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Duree cumulee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886200"/>
            <a:ext cx="5577840" cy="1051560"/>
          </a:xfrm>
          <a:prstGeom prst="roundRect">
            <a:avLst/>
          </a:prstGeom>
          <a:solidFill>
            <a:srgbClr val="2E9D69"/>
          </a:solidFill>
          <a:ln w="12700">
            <a:solidFill>
              <a:srgbClr val="2E9D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1879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SUCCES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TRACABILITE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et ecarts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couverture exacte exige la reference du cas Excel dans le test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939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939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5328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939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5328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939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5328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Catalogue total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Echecs prioritaires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1069848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echec Playwright structure disponible.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et analyse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execution Playwright Orion</dc:title>
  <dc:subject>PptxGenJS Presentation</dc:subject>
  <dc:creator>Orion Playwright Pipeline</dc:creator>
  <cp:lastModifiedBy>Orion Playwright Pipeline</cp:lastModifiedBy>
  <cp:revision>1</cp:revision>
  <dcterms:created xsi:type="dcterms:W3CDTF">2026-07-30T08:02:41Z</dcterms:created>
  <dcterms:modified xsi:type="dcterms:W3CDTF">2026-07-30T08:02:41Z</dcterms:modified>
</cp:coreProperties>
</file>