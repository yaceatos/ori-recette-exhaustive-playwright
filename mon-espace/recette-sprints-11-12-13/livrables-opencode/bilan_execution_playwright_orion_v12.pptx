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le statut reel du run. En mode prepare, le statut doit rester NON EXECUTE.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sur les ecarts de couverture et prioriser la reference explicite des IDs CT dans les tests Playwright.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Execution Playwright locale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Aucune execution Playwright detectee. Le bilan reste en statut NON EXECUTE.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6B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executes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D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0644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53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Echecs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6676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 s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0392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Duree cumulee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91840" y="3886200"/>
            <a:ext cx="5577840" cy="1051560"/>
          </a:xfrm>
          <a:prstGeom prst="roundRect">
            <a:avLst/>
          </a:prstGeom>
          <a:solidFill>
            <a:srgbClr val="F29F3D"/>
          </a:solidFill>
          <a:ln w="12700">
            <a:solidFill>
              <a:srgbClr val="F29F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409651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NON EXECUTE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TE-LOCAL-INT2-SPRINT-11-12-13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TRACABILITE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Couverture et ecarts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couverture exacte exige la reference du cas Excel dans le test Playwright.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D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 seulement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0644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53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Manquante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6676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6B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0392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Catalogue total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3703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Echecs prioritaires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5800" y="4114800"/>
            <a:ext cx="10698480" cy="1280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Aucun echec Playwright structure disponible.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Couverture et analyse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Bilan execution Playwright Orion</dc:title>
  <dc:subject>PptxGenJS Presentation</dc:subject>
  <dc:creator>Orion Playwright Pipeline</dc:creator>
  <cp:lastModifiedBy>Orion Playwright Pipeline</cp:lastModifiedBy>
  <cp:revision>1</cp:revision>
  <dcterms:created xsi:type="dcterms:W3CDTF">2026-07-30T09:41:25Z</dcterms:created>
  <dcterms:modified xsi:type="dcterms:W3CDTF">2026-07-30T09:41:25Z</dcterms:modified>
</cp:coreProperties>
</file>