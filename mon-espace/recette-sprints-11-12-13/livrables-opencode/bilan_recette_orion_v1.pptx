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30/07/2026 12:52:16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CA01+CA02: Affichage liste - avec habilitations (actives+inactives) vs sans habilitations 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CA01+CA02: Affichage liste - avec habilitations (actives+inactives) vs sans habilitations (actives seules)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Responsable Agence"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RG_OPT_LIST_02, RG_OPT_LIST_03, RG_OPT_LIST_04, RG_OPT_LIST_05, RG_OPT_LIST_06, RG_OPT_LIST_07, RG_OPT_LIST_11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CA04+CA05+CA06: Filtres Statut (Actif/Inactif) + Marche + Taxe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CA04+CA05+CA06: Filtres Statut (Actif/Inactif) + Marche + Taxe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"Combiner Statut=Actif + Marche=Professionnel + Taxe=Normal"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RG_OPT_LIST_06, RG_OPT_LIST_05, RG_OPT_LIST_01, RG_OPT_LIST_15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ORI-368 — CT-BSN-03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RG_BSN_TRILST_02 / CA-A03 - Tri utilisateur par colonne (alternance croissant/decroissant)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368/CT-BSN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RG_BSN_TRILST_02 / CA-A03 - Tri utilisateur par colonne (alternance croissant/decroissant)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sur l'en-tete Service"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RG_BSN_TRILST_02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ORI-368 — CT-BSN-04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RG_BSN_ACT_01 / CA-A04-A07/A19 - Actions disponibles selon le statut du besoin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368/CT-BSN-04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RG_BSN_ACT_01 / CA-A04-A07/A19 - Actions disponibles selon le statut du besoin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"'Qualification en cours'"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RG_BSN_ACT_01, RG_BSN_MODIF_01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ORI-368 — CT-BSN-06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RG_BSN_MODIF_01 / CA-A08-A11 - Action Modifier : chargement du formulaire de la famille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368/CT-BSN-06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RG_BSN_MODIF_01 / CA-A08-A11 - Action Modifier : chargement du formulaire de la famille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Modifier sur un besoin 'A qualifier'"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RG_BSN_MODIF_01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ORI-657 — CT-PIM-D-01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CA01+CA02: Acces formulaire modification (habilitations + pre-remplissage)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657/CT-PIM-D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CA01+CA02: Acces formulaire modification (habilitations + pre-remplissage)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Modifier"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RG_FAM_UPD_01, RG_FAM_UPD_02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ORI-773 — CT-STE-COORD-01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Ouverture modale et pre-remplissage des champs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773/CT-STE-COORD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Ouverture modale et pre-remplissage des champs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bouton Modifier de l encadre Coordonnees Legales"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RG_GEN_ENR_01, RG_GEN_SUIV_01, RG_STE_ETATFICHE_01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ORI-773 — CT-STE-COORD-05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SIREN: unicite + cle de Luhn + lien API SIRENE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773/CT-STE-COORD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Controle SIREN: unicite + cle de Luhn + lien API SIRENE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Completer via le SIREN"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RG_STE_SIREN_01, RG_STE_SIREN_02, RG_STE_SIREN_VIDE, RG_STE_SIREN_03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MOYEN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ORI-368 — CT-BSN-05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RG_BSN_ABAND_01 / CA1-16-18 - Regle d'abandon selon presence de devis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368/CT-BSN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MOYEN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RG_BSN_ABAND_01 / CA1-16-18 - Regle d'abandon selon presence de devis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3/3, assertions 0/3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RG_BSN_ABAND_01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MINEUR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ORI-368 — CT-BSN-01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CA-A01 - Affichage du tableau des besoins et alimentation automatique (statut A qualifier)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368/CT-BSN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MINEUR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CA-A01 - Affichage du tableau des besoins et alimentation automatique (statut A qualifier)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4/4, assertions 0/4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MINEUR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ORI-368 — CT-BSN-07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RG_BSN_CONSULT_01 / CA-A19 - Action Consulter d'un besoin Abandonne (lecture seule)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368/CT-BSN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MINEUR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RG_BSN_CONSULT_01 / CA-A19 - Action Consulter d'un besoin Abandonne (lecture seule)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3/3, assertions 0/2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RG_BSN_CONSULT_01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MINEUR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ORI-657 — CT-PIM-D-02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CA03+CA04+CA16: Modification nom et code avec succes + normalisation code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657/CT-PIM-D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MINEUR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CA03+CA04+CA16: Modification nom et code avec succes + normalisation code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Enregistrer" nécessite une action persistante (Enregistrer) — bloquée par garde non-persistance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RG_FAM_UPD_03, RG_FAM_UPD_04, RG_FAM_UPD_05, RG_FAM_UPD_10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2026-07-30T10:52:16Z</dcterms:created>
  <dcterms:modified xsi:type="dcterms:W3CDTF">2026-07-30T10:52:16Z</dcterms:modified>
</cp:coreProperties>
</file>