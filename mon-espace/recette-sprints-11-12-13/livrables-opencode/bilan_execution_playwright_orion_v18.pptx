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1421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ORI-871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ORI-871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ORI-871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ORI-871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ORI-871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ORI-871 — orion-autonomous-catalog.spec.ts &gt; ORI-PIPELINE-AUTONOMOUS: Exécution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2026-07-30T11:21:54Z</dcterms:created>
  <dcterms:modified xsi:type="dcterms:W3CDTF">2026-07-30T11:21:54Z</dcterms:modified>
</cp:coreProperties>
</file>