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le principe local-first et rappeler que Playwright est le moteur d execution. Aucune publication distante n est incluse.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la chaine de tracabilite et la difference entre une couverture exacte et une simple correspondance au ticket Jira.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Commenter les volumes extraits du classeur et utiliser ces chiffres comme baseline de pilotage.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09728" cy="5257800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960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8DE1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ORION / QUALITE ASSISTEE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" y="1508760"/>
            <a:ext cx="88696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Strategie de test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Playwright autonome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005840" y="333756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8D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Sprints 11, 12 et 13 | INT2 | Execution et preuves locales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50749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2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Confluence + Jira/Xray en lecture et references locales uniquement. Aucune ecriture distante.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2026-07-30T09:34:53.693Z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Une chaine auditable, pilotee par Playwright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classeur fixe le perimetre. Les sources Atlassian enrichissent la tracabilite. Playwright porte l execution.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41448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62072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53512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Confluence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9784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21224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Jira / Xray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76872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97496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88936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Playwright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44584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65208" y="2331720"/>
            <a:ext cx="1783080" cy="822960"/>
          </a:xfrm>
          <a:prstGeom prst="round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56648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Rapports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3703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Regles de gouvernance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5800" y="4114800"/>
            <a:ext cx="1069848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1:1 entre cas canonique et reference TC locale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Fail-safe : une couverture ticket ne vaut pas couverture exacte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Local-first : aucune publication distante implicite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Strategie de test Orion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PERIMETRE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 de recette et couverture initiale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Mesures derivees du classeur et du depot, sans extrapolation.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20574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67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7157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 de test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20574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167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CBCC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7157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Tickets ORI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20574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167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D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206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7157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Regles RG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20574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167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7157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Couvertures exactes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Criteres de sortie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" y="4160520"/>
            <a:ext cx="1051560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Tous les P1 executes ou explicitement bloques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Resultats JSON, JUnit et HTML disponibles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Preuves conservees pour chaque echec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Aucun cas manquant transforme artificiellement en succes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Perimetre automatise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Orion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Strategie de test Orion - Sprints 11, 12 et 13</dc:title>
  <dc:subject>Strategie de test locale Orion</dc:subject>
  <dc:creator>Orion Playwright Pipeline</dc:creator>
  <cp:lastModifiedBy>Orion Playwright Pipeline</cp:lastModifiedBy>
  <cp:revision>1</cp:revision>
  <dcterms:created xsi:type="dcterms:W3CDTF">2026-07-30T09:34:53Z</dcterms:created>
  <dcterms:modified xsi:type="dcterms:W3CDTF">2026-07-30T09:34:53Z</dcterms:modified>
</cp:coreProperties>
</file>