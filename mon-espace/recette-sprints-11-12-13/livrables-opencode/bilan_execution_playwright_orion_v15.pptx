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2E9D69"/>
          </a:solidFill>
          <a:ln w="12700">
            <a:solidFill>
              <a:srgbClr val="2E9D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88136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2026-07-30T10:03:08Z</dcterms:created>
  <dcterms:modified xsi:type="dcterms:W3CDTF">2026-07-30T10:03:08Z</dcterms:modified>
</cp:coreProperties>
</file>