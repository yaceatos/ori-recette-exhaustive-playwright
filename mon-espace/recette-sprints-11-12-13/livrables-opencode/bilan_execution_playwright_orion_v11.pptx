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statut reel du run. En mode prepare, le statut doit rester NON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les ecarts de couverture et prioriser la reference explicite des IDs CT dans les tests Playwright.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Playwright locale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Resultats consolides depuis le reporter JSON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executes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246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Echecs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541 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Duree cumulee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886200"/>
            <a:ext cx="5577840" cy="1051560"/>
          </a:xfrm>
          <a:prstGeom prst="round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0965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TRACABILITE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et ecarts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couverture exacte exige la reference du cas Excel dans le test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Catalogue total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Echecs prioritaires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1069848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ORI-931 - orion-autonomous-catalog.spec.ts &gt; ORI-PIPELINE-AUTONOMOUS: Exécution dynamique de la matrice Excel &gt; ORI-931 - CT-HAB-F3-05 [R52]: SC11+SC12: Blocage du droit maitre selon autorisations des non-maitres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ORI-931 - orion-autonomous-catalog.spec.ts &gt; ORI-PIPELINE-AUTONOMOUS: Exécution dynamique de la matrice Excel &gt; ORI-931 - CT-HAB-F3-06 [R53]: SC13: Droit maitre non herite, Statut non renseigne malgre blocage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ORI-933 - orion-autonomous-catalog.spec.ts &gt; ORI-PIPELINE-AUTONOMOUS: Exécution dynamique de la matrice Excel &gt; ORI-933 - CT-HAB-F4-01 [R55]: SC1+SC2: Affichage tableau droits speciaux (4 colonnes + tooltips + Statut profil inclus)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ORI-933 - orion-autonomous-catalog.spec.ts &gt; ORI-PIPELINE-AUTONOMOUS: Exécution dynamique de la matrice Excel &gt; ORI-933 - CT-HAB-F4-02 [R56]: SC3+SC4: Liste droits speciaux (nom, tooltip, ordre, tag profil inclus)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ORI-933 - orion-autonomous-catalog.spec.ts &gt; ORI-PIPELINE-AUTONOMOUS: Exécution dynamique de la matrice Excel &gt; ORI-933 - CT-HAB-F4-03 [R57]: SC5: Autorisations radio boutons (2 colonnes) + etat defaut Non accorde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et analyse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execution Playwright Orion</dc:title>
  <dc:subject>PptxGenJS Presentation</dc:subject>
  <dc:creator>Orion Playwright Pipeline</dc:creator>
  <cp:lastModifiedBy>Orion Playwright Pipeline</cp:lastModifiedBy>
  <cp:revision>1</cp:revision>
  <dcterms:created xsi:type="dcterms:W3CDTF">2026-07-30T09:34:53Z</dcterms:created>
  <dcterms:modified xsi:type="dcterms:W3CDTF">2026-07-30T09:34:53Z</dcterms:modified>
</cp:coreProperties>
</file>