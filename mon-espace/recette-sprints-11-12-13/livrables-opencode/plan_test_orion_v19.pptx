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les references locales TP, TE, TS et TC ainsi que l ordre d execution propose.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Decrire les gates, les preuves Playwright et la garantie de rapport meme en cas d echec.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Plan de test local INT2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References: TP-LOCAL-SPRINT-11-12-13 / TE-LOCAL-INT2-SPRINT-11-12-13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201168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12140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46BC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267004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TC locaux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201168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212140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CBCC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29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383280" y="267004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TS par ticket ORI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06440" y="201168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212140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53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194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943600" y="267004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Priorite P1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366760" y="201168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49640" y="212140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9F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14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503920" y="267004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 a confirmer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" y="3703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Ordonnancement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85800" y="4114800"/>
            <a:ext cx="5486400" cy="1325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Gate catalogue et fixtures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P1 IHM et integration automatisables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P2 et variantes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Cas back via hooks dedies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Consolidation, analyse et reexecution ciblee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83680" y="37033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Couverture actuelle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583680" y="4114800"/>
            <a:ext cx="4206240" cy="1097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Exacte : 252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Ticket seulement : 0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Manquante : 0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 de test Orion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Contrat d execution Playwright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run local produit les memes preuves, quel que soit son statut final.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Gate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41448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62072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53512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29784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21224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76872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97496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88936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Preuves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244584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65208" y="2331720"/>
            <a:ext cx="1783080" cy="822960"/>
          </a:xfrm>
          <a:prstGeom prst="round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56648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Synthese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5800" y="37947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Artefacts attendus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85800" y="4251960"/>
            <a:ext cx="1060704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playwright-results.json  |  playwright-results.xml  |  rapport HTML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traces, captures et videos sur echec  |  execution-results.csv  |  PPTX bilan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Contrat local Playwright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 de test Orion - Sprints 11, 12 et 13</dc:title>
  <dc:subject>PptxGenJS Presentation</dc:subject>
  <dc:creator>Orion Playwright Pipeline</dc:creator>
  <cp:lastModifiedBy>Orion Playwright Pipeline</cp:lastModifiedBy>
  <cp:revision>1</cp:revision>
  <dcterms:created xsi:type="dcterms:W3CDTF">2026-07-30T12:00:20Z</dcterms:created>
  <dcterms:modified xsi:type="dcterms:W3CDTF">2026-07-30T12:00:20Z</dcterms:modified>
</cp:coreProperties>
</file>