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1903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ORI-745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ORI-745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ORI-745 — orion-autonomous-catalog.spec.ts &gt; ORI-PIPELINE-AUTONOMOUS: Exécution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ORI-745 — orion-autonomous-catalog.spec.ts &gt; ORI-PIPELINE-AUTONOMOUS: Exécution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2026-07-30T13:38:11Z</dcterms:created>
  <dcterms:modified xsi:type="dcterms:W3CDTF">2026-07-30T13:38:11Z</dcterms:modified>
</cp:coreProperties>
</file>