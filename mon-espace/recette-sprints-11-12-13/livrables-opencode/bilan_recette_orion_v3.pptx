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9728" cy="493776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ATOS · ORION · RECETTE ASSISTEE PAR 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544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Bilan de recette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Sprints 11, 12 et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INT2 · 252 cas de test · 29 tickets ORI · 206 règles RG · preuves vidéo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Généré le 30/07/2026 14:00:20 · Exécution Playwright headed, données réelles par ticket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 de recette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Résultats consolidés de l'exécution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des 3 rapports : Playwright (exécution) · Xray (références) · Hybride (concordance Excel).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exécutés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8036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Passés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flux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6948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5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6092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Bloqués données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09760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938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601200" y="2487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détectés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Répartition des bugs par sévérité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Bloquants (rouge)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8892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8036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Moyens (orange)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13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120640" y="43616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Mineurs (jaune)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06640" y="3703320"/>
            <a:ext cx="42062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cas dispose d'une vidéo MP4 du parcours réel et d'une capture. Les bugs sont annotés visuellement (cercle/cadre coloré) sur l'IHM.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par module (MP)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 réelles issues de l'exécution headed sur INT2.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1645920"/>
                <a:gridCol w="2011680"/>
                <a:gridCol w="219456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flux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 données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MP6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par module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(1-15/29)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Description du tableau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E5.2.2.A1 Générer des notifications sur la durée de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E2.1.2.D Mettre à jour une famille de produits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 Vue Agence &gt; Besoins - Zones de filtres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 Afficher l'état des pointages d'une intervent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Vérifier la disponibilité de l'intervenant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SP4.1 Adaptation UX des icônes, tags et multi-élémen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E5.2.1.D6 Notifier les erreurs (création/modificatio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E4.1.1.E2 RDV commerciaux : afficher la localisation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[STE] E1.1.1 Modifier les données Légales - Coordonn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[ETAB] E1.1.1 Modifier les Aspects Juridiques d'un 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E6.1.3.A3 Ecran Activités Financées - Détails après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F5 - Détail d'un profil - Modification 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par ticket ORI (16-29/29)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Concordance Excel ↔ Jira ↔ exécution.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852160"/>
                <a:gridCol w="914400"/>
                <a:gridCol w="1005840"/>
                <a:gridCol w="1005840"/>
                <a:gridCol w="10332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Résumé Jira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Bloqués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F1 - Détail d'un profil - Bloc entête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F2 - Détail d'un profil - Liste des cas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F3 - Détail d'un profil - Droits fins 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F4 - Détail d'un profil - Droits spécia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front - Compteurs CP : écran principal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gestion des heures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E4.2.B2 Vue Agence &gt; Besoins - Abandonner un besoin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F6 - Détail d'un profil - Mise en place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E3.2.1 Créer un contrat intervenant - Durée du trava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E2.1.4.A Consulter la liste des options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E2.1.4.B Créer une option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E4.2.B1 Qualifier un besoin - Renderer formulaire dy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SP1.5 E1.5.4 F7 - Détail d'un profil - Enregistremen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E3.4.1 GTA - Autres absences : visualiser une absenc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par ticket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 · BLOQUANT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ORI-91 — CT-NOTIF-02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RG_NOTIFCREA_02 - Non-emission si un champ obligatoire manque</a:t>
            </a:r>
            <a:endParaRPr lang="en-US" sz="1200" dirty="0"/>
          </a:p>
        </p:txBody>
      </p:sp>
      <p:pic>
        <p:nvPicPr>
          <p:cNvPr id="6" name="Image 0" descr="/Users/yacinebenhamou/Documents/playwrightOrion/mon-espace/recette-sprints-11-12-13/livrables-opencode/preuves/ORI-91/CT-NOTIF-02/screenshot-annota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66560" cy="38039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783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562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SÉVÉRITÉ : BLOQUANT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114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Description fonctionnelle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RG_NOTIFCREA_02 - Non-emission si un champ obligatoire manque
</a:t>
            </a:r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Constat technique
</a:t>
            </a:r>
            <a:pPr indent="0" marL="0">
              <a:buNone/>
            </a:pPr>
            <a:r>
              <a:rPr lang="en-US" sz="1050" dirty="0">
                <a:solidFill>
                  <a:srgbClr val="243447"/>
                </a:solidFill>
              </a:rPr>
              <a:t>Étape "Creer un intervenant sans NIR" : élément cible introuvable sur INT2 (parcours bloqué ici)
</a:t>
            </a:r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Règles concernées : </a:t>
            </a:r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</a:rPr>
              <a:t>RG_NOTIFCREA_02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: screenshot-annotated.png · Vidéo : journey.mp4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(1-18/252)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CT-STE-COORD-08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CT-ETAB-09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(19-36/252)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CT-HAB-F5-08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CT-HAB-F1-07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(37-54/252)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ORI-873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CT-HAB-F2-06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CT-HAB-F3-06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CT-HAB-F4-06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(55-72/252)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CT-HAB-F6-08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CT-HAB-F7-08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blocked-data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(73-90/252)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CT-PIM-D-08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6/10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E9D69"/>
                          </a:solidFill>
                        </a:rPr>
                        <a:t>passed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CT-OPT-A-08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8/8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10/10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9/9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7/8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(91-108/252)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CT-OPT-B-10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4/6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2/4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assertion-low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5/5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3/5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1/5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(109-126/252)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blocked-flow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9534F"/>
                          </a:solidFill>
                        </a:rPr>
                        <a:t>bloquant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(127-144/252)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CT-NOTIF-14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CT-CPT-13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(145-162/252)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CT-ABH-16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(163-180/252)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CT-VIS-08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CT-UX-08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(181-198/252)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CT-LOC-07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CT-BSN-08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CT-FILT-06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(199-216/252)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ORI-995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CT-ABD-06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ORI-1068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CT-RND-09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(217-234/252)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ORI-452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CT-DUR-06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CT-PTG-06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CT-DIS-07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Détail exhaustif des cas (235-252/252)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Traçabilité par cas : statut, progression, assertions, sévérité.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2011680"/>
                <a:gridCol w="1463040"/>
                <a:gridCol w="1463040"/>
                <a:gridCol w="19476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Étapes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Assert.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Sévérité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CT-ERR-07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ORI-790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CT-AF-08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29F3D"/>
                          </a:solidFill>
                        </a:rPr>
                        <a:t>non-exécuté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</a:rPr>
                        <a:t>0/0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5758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Annexe détail des cas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de recette Orion - Sprints 11 12 13</dc:title>
  <dc:subject>PptxGenJS Presentation</dc:subject>
  <dc:creator>Orion Playwright Pipeline</dc:creator>
  <cp:lastModifiedBy>Orion Playwright Pipeline</cp:lastModifiedBy>
  <cp:revision>1</cp:revision>
  <dcterms:created xsi:type="dcterms:W3CDTF">2026-07-30T12:00:20Z</dcterms:created>
  <dcterms:modified xsi:type="dcterms:W3CDTF">2026-07-30T12:00:20Z</dcterms:modified>
</cp:coreProperties>
</file>