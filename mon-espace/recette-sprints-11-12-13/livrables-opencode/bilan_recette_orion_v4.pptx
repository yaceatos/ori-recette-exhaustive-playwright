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14:00:41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ORI-91 — CT-NOTIF-02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RG_NOTIFCREA_02 - Non-emission si un champ obligatoire manque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91/CT-NOTI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RG_NOTIFCREA_02 - Non-emission si un champ obligatoire manque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"Creer un intervenant sans NIR"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RG_NOTIFCREA_02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2026-07-30T12:00:41Z</dcterms:created>
  <dcterms:modified xsi:type="dcterms:W3CDTF">2026-07-30T12:00:41Z</dcterms:modified>
</cp:coreProperties>
</file>