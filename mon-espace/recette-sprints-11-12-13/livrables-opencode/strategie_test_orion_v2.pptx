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732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640080"/>
            <a:ext cx="109728" cy="5257800"/>
          </a:xfrm>
          <a:prstGeom prst="rect">
            <a:avLst/>
          </a:prstGeom>
          <a:solidFill>
            <a:srgbClr val="3CBCC3"/>
          </a:solidFill>
          <a:ln w="12700">
            <a:solidFill>
              <a:srgbClr val="3CBCC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05840" y="96012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40" kern="0" dirty="0">
                <a:solidFill>
                  <a:srgbClr val="8DE1E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ORION / QUALITE ASSISTEE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005840" y="1508760"/>
            <a:ext cx="886968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Strategie de test</a:t>
            </a:r>
            <a:endParaRPr lang="en-US" sz="3800" dirty="0"/>
          </a:p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Playwright autonome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1005840" y="3337560"/>
            <a:ext cx="8869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8D8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Sprints 11, 12 et 13 | INT2 | Execution et preuves locales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1005840" y="5074920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FB2C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Confluence + Jira/Xray en lecture et references locales uniquement. Aucune ecriture distante.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94360" y="649224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290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2026-07-30T08:03:56.820Z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3CBCC3"/>
          </a:solidFill>
          <a:ln w="12700">
            <a:solidFill>
              <a:srgbClr val="3CBCC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438912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246BC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VISION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94360" y="749808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Une chaine auditable, pilotee par Playwright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94360" y="1353312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 classeur fixe le perimetre. Les sources Atlassian enrichissent la tracabilite. Playwright porte l execution.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94360" y="2331720"/>
            <a:ext cx="1783080" cy="822960"/>
          </a:xfrm>
          <a:prstGeom prst="roundRect">
            <a:avLst/>
          </a:prstGeom>
          <a:solidFill>
            <a:srgbClr val="EEF4F8"/>
          </a:solidFill>
          <a:ln w="12700">
            <a:solidFill>
              <a:srgbClr val="C8D9E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2578608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Excel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41448" y="2587752"/>
            <a:ext cx="274320" cy="274320"/>
          </a:xfrm>
          <a:prstGeom prst="chevron">
            <a:avLst/>
          </a:prstGeom>
          <a:solidFill>
            <a:srgbClr val="3CBCC3"/>
          </a:solidFill>
          <a:ln w="12700">
            <a:solidFill>
              <a:srgbClr val="3CBCC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862072" y="2331720"/>
            <a:ext cx="1783080" cy="822960"/>
          </a:xfrm>
          <a:prstGeom prst="roundRect">
            <a:avLst/>
          </a:prstGeom>
          <a:solidFill>
            <a:srgbClr val="EEF4F8"/>
          </a:solidFill>
          <a:ln w="12700">
            <a:solidFill>
              <a:srgbClr val="C8D9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953512" y="2578608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Confluence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709160" y="2587752"/>
            <a:ext cx="274320" cy="274320"/>
          </a:xfrm>
          <a:prstGeom prst="chevron">
            <a:avLst/>
          </a:prstGeom>
          <a:solidFill>
            <a:srgbClr val="3CBCC3"/>
          </a:solidFill>
          <a:ln w="12700">
            <a:solidFill>
              <a:srgbClr val="3CBCC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129784" y="2331720"/>
            <a:ext cx="1783080" cy="822960"/>
          </a:xfrm>
          <a:prstGeom prst="roundRect">
            <a:avLst/>
          </a:prstGeom>
          <a:solidFill>
            <a:srgbClr val="EEF4F8"/>
          </a:solidFill>
          <a:ln w="12700">
            <a:solidFill>
              <a:srgbClr val="C8D9E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221224" y="2578608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Jira / Xray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976872" y="2587752"/>
            <a:ext cx="274320" cy="274320"/>
          </a:xfrm>
          <a:prstGeom prst="chevron">
            <a:avLst/>
          </a:prstGeom>
          <a:solidFill>
            <a:srgbClr val="3CBCC3"/>
          </a:solidFill>
          <a:ln w="12700">
            <a:solidFill>
              <a:srgbClr val="3CBCC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97496" y="2331720"/>
            <a:ext cx="1783080" cy="822960"/>
          </a:xfrm>
          <a:prstGeom prst="roundRect">
            <a:avLst/>
          </a:prstGeom>
          <a:solidFill>
            <a:srgbClr val="EEF4F8"/>
          </a:solidFill>
          <a:ln w="12700">
            <a:solidFill>
              <a:srgbClr val="C8D9E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488936" y="2578608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Playwright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9244584" y="2587752"/>
            <a:ext cx="274320" cy="274320"/>
          </a:xfrm>
          <a:prstGeom prst="chevron">
            <a:avLst/>
          </a:prstGeom>
          <a:solidFill>
            <a:srgbClr val="3CBCC3"/>
          </a:solidFill>
          <a:ln w="12700">
            <a:solidFill>
              <a:srgbClr val="3CBCC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665208" y="2331720"/>
            <a:ext cx="1783080" cy="822960"/>
          </a:xfrm>
          <a:prstGeom prst="roundRect">
            <a:avLst/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756648" y="2578608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Rapports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85800" y="370332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Regles de gouvernance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685800" y="4114800"/>
            <a:ext cx="10698480" cy="10058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1:1 entre cas canonique et reference TC locale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Fail-safe : une couverture ticket ne vaut pas couverture exacte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Local-first : aucune publication distante implicite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594360" y="649224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290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Strategie de test Orion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3CBCC3"/>
          </a:solidFill>
          <a:ln w="12700">
            <a:solidFill>
              <a:srgbClr val="3CBCC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438912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246BC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PERIMETRE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94360" y="749808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Base de recette et couverture initiale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94360" y="1353312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Mesures derivees du classeur et du depot, sans extrapolation.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85800" y="2057400"/>
            <a:ext cx="2514600" cy="960120"/>
          </a:xfrm>
          <a:prstGeom prst="roundRect">
            <a:avLst>
              <a:gd name="adj" fmla="val 7619"/>
            </a:avLst>
          </a:prstGeom>
          <a:solidFill>
            <a:srgbClr val="EEF4F8"/>
          </a:solidFill>
          <a:ln w="12700">
            <a:solidFill>
              <a:srgbClr val="D8E4E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2185416"/>
            <a:ext cx="2148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46BC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252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822960" y="2624328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Cas de test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46120" y="2057400"/>
            <a:ext cx="2514600" cy="960120"/>
          </a:xfrm>
          <a:prstGeom prst="roundRect">
            <a:avLst>
              <a:gd name="adj" fmla="val 7619"/>
            </a:avLst>
          </a:prstGeom>
          <a:solidFill>
            <a:srgbClr val="EEF4F8"/>
          </a:solidFill>
          <a:ln w="12700">
            <a:solidFill>
              <a:srgbClr val="D8E4E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29000" y="2185416"/>
            <a:ext cx="2148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3CBCC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29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383280" y="2624328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Tickets ORI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806440" y="2057400"/>
            <a:ext cx="2514600" cy="960120"/>
          </a:xfrm>
          <a:prstGeom prst="roundRect">
            <a:avLst>
              <a:gd name="adj" fmla="val 7619"/>
            </a:avLst>
          </a:prstGeom>
          <a:solidFill>
            <a:srgbClr val="EEF4F8"/>
          </a:solidFill>
          <a:ln w="12700">
            <a:solidFill>
              <a:srgbClr val="D8E4E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89320" y="2185416"/>
            <a:ext cx="2148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E9D6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206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5943600" y="2624328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Regles RG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8366760" y="2057400"/>
            <a:ext cx="2514600" cy="960120"/>
          </a:xfrm>
          <a:prstGeom prst="roundRect">
            <a:avLst>
              <a:gd name="adj" fmla="val 7619"/>
            </a:avLst>
          </a:prstGeom>
          <a:solidFill>
            <a:srgbClr val="EEF4F8"/>
          </a:solidFill>
          <a:ln w="12700">
            <a:solidFill>
              <a:srgbClr val="D8E4E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549640" y="2185416"/>
            <a:ext cx="2148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29F3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8503920" y="2624328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Couvertures exactes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85800" y="37947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Criteres de sortie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85800" y="4160520"/>
            <a:ext cx="10515600" cy="12344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Tous les P1 executes ou explicitement bloques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Resultats JSON, JUnit et HTML disponibles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Preuves conservees pour chaque echec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Aucun cas manquant transforme artificiellement en succes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594360" y="649224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290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Perimetre automatise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Orion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Strategie de test Orion - Sprints 11, 12 et 13</dc:title>
  <dc:subject>Strategie de test locale Orion</dc:subject>
  <dc:creator>Orion Playwright Pipeline</dc:creator>
  <cp:lastModifiedBy>Orion Playwright Pipeline</cp:lastModifiedBy>
  <cp:revision>1</cp:revision>
  <dcterms:created xsi:type="dcterms:W3CDTF">2026-07-30T08:03:56Z</dcterms:created>
  <dcterms:modified xsi:type="dcterms:W3CDTF">2026-07-30T08:03:56Z</dcterms:modified>
</cp:coreProperties>
</file>