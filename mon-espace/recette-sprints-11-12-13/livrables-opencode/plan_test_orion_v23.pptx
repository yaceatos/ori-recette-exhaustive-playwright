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les references locales TP, TE, TS et TC ainsi que l ordre d execution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Decrire les gates, les preuves Playwright et la garantie de rapport meme en cas d echec.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test local INT2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References: TP-LOCAL-SPRINT-11-12-13 / TE-LOCAL-INT2-SPRINT-11-12-13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locaux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 par ticket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116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214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70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 confirmer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Ordonnancement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54864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Gate catalogue et fixtures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P1 IHM et integration automatisables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P2 et variantes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Cas back via hooks dedies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Consolidation, analyse et reexecution ciblee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actuelle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114800"/>
            <a:ext cx="420624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 : 252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 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 :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Contrat d execution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run local produit les memes preuves, quel que soit son statut final.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Artefacts attendus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25196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playwright-results.json  |  playwright-results.xml  |  rapport HTML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traces, captures et videos sur echec  |  execution-results.csv  |  PPTX bilan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local Playwright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test Orion - Sprints 11, 12 et 13</dc:title>
  <dc:subject>PptxGenJS Presentation</dc:subject>
  <dc:creator>Orion Playwright Pipeline</dc:creator>
  <cp:lastModifiedBy>Orion Playwright Pipeline</cp:lastModifiedBy>
  <cp:revision>1</cp:revision>
  <dcterms:created xsi:type="dcterms:W3CDTF">2026-08-05T12:08:21Z</dcterms:created>
  <dcterms:modified xsi:type="dcterms:W3CDTF">2026-08-05T12:08:21Z</dcterms:modified>
</cp:coreProperties>
</file>