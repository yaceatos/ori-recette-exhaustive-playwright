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 principe local-first et rappeler que Playwright est le moteur d execution. Aucune publication distante n est incluse.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la chaine de tracabilite et la difference entre une couverture exacte et une simple correspondance au ticket Jira.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Commenter les volumes extraits du classeur et utiliser ces chiffres comme baseline de pilotage.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9728" cy="5257800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960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8DE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ORION / QUALITE ASSISTEE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1508760"/>
            <a:ext cx="8869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Strategie de test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Playwright autonome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05840" y="333756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D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Sprints 11, 12 et 13 | INT2 | Execution et preuves locales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50749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 + Jira/Xray en lecture et references locales uniquement. Aucune ecriture distante.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2026-07-30T09:20:14.181Z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chaine auditable, pilotee par Playwright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classeur fixe le perimetre. Les sources Atlassian enrichissent la tracabilite. Playwright porte l execution.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 / Xray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76872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2331720"/>
            <a:ext cx="1783080" cy="8229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Rapports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03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Regles de gouvernance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114800"/>
            <a:ext cx="106984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 entre cas canonique et reference TC locale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Fail-safe : une couverture ticket ne vaut pas couverture exacte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Local-first : aucune publication distante implicite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Strategie de test Orion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de recette et couverture initiale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Mesures derivees du classeur et du depot, sans extrapolation.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de test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BC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Tickets 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Regles RG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Couvertures exactes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Criteres de sortie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60520"/>
            <a:ext cx="1051560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Tous les P1 executes ou explicitement bloques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Resultats JSON, JUnit et HTML disponibles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Preuves conservees pour chaque echec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Aucun cas manquant transforme artificiellement en succes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Perimetre automatise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Orion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Strategie de test Orion - Sprints 11, 12 et 13</dc:title>
  <dc:subject>Strategie de test locale Orion</dc:subject>
  <dc:creator>Orion Playwright Pipeline</dc:creator>
  <cp:lastModifiedBy>Orion Playwright Pipeline</cp:lastModifiedBy>
  <cp:revision>1</cp:revision>
  <dcterms:created xsi:type="dcterms:W3CDTF">2026-07-30T09:20:14Z</dcterms:created>
  <dcterms:modified xsi:type="dcterms:W3CDTF">2026-07-30T09:20:14Z</dcterms:modified>
</cp:coreProperties>
</file>