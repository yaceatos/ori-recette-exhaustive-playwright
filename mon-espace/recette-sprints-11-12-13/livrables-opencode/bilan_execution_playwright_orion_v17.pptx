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statut reel du run. En mode prepare, le statut doit rester NON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ecarts de couverture et prioriser la reference explicite des IDs CT dans les tests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Resultats consolides depuis le reporter JSON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88136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ORI-773 — orion-autonomous-catalog.spec.ts &gt; ORI-PIPELINE-AUTONOMOUS: Exécution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ORI-1065 — orion-autonomous-catalog.spec.ts &gt; ORI-PIPELINE-AUTONOMOUS: Exécution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ORI-1065 — orion-autonomous-catalog.spec.ts &gt; ORI-PIPELINE-AUTONOMOUS: Exécution 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2026-07-30T10:39:45Z</dcterms:created>
  <dcterms:modified xsi:type="dcterms:W3CDTF">2026-07-30T10:39:45Z</dcterms:modified>
</cp:coreProperties>
</file>