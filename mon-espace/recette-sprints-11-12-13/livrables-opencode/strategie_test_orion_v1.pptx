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2026-07-30T08:02:41.146Z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</a:t>
            </a:r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 cas canonique et reference TC locale
</a:t>
            </a:r>
            <a:pPr indent="0" marL="0">
              <a:buNone/>
            </a:pPr>
            <a:r>
              <a:rPr lang="en-US" sz="1500" b="1" dirty="0">
                <a:solidFill>
                  <a:srgbClr val="D953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</a:t>
            </a:r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une couverture ticket ne vaut pas couverture exacte
</a:t>
            </a:r>
            <a:pPr indent="0" marL="0">
              <a:buNone/>
            </a:pPr>
            <a:r>
              <a:rPr lang="en-US" sz="1500" b="1" dirty="0">
                <a:solidFill>
                  <a:srgbClr val="2E9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</a:t>
            </a:r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854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854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854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854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2026-07-30T08:02:41Z</dcterms:created>
  <dcterms:modified xsi:type="dcterms:W3CDTF">2026-07-30T08:02:41Z</dcterms:modified>
</cp:coreProperties>
</file>